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332720" cy="7315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 ROMA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60720" y="1051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spc="1200" kern="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Thinking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La mostra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Costruire un artista, un corpus, un dispositivo curatoriale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06440" y="5394960"/>
            <a:ext cx="548640" cy="7315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sessione di curatela in diretta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Colamedici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0" y="6400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MMXXVI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  LA CORNICE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50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Costruirete un artista</a:t>
            </a:r>
            <a:endParaRPr lang="en-US" sz="5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lo metterete in mostra.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914400" y="512064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3492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gruppo lavora a un proprio artista contemporaneo: una biografia, un corpus di opere, una sala. Insieme questi artisti compongono una mostra. Il deliverable è un PDF che la documenta, da affinare nelle ultime due lezioni e portare all'esame.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  GENEALOGIA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tradizione precisa.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Artisti finzionali, costruiti, collettivi, postumi rispetto al loro autore biografico. Una tradizione che esisteva prima dell'intelligenza artificiale e che oggi cambia di natura.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  GENEALOGIA   ·   QUATTRO CASI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076188" y="1828800"/>
            <a:ext cx="9144" cy="4663440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155948"/>
            <a:ext cx="10332720" cy="9144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Reena Spaulings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Pittrice newyorchese. In realtà un collettivo, con una galleria che porta il suo nome. Una persona che è un sistema.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 → 2004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Atlas Group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Walid Raad costruisce un archivio fittizio della guerra civile libanese. Documenti inventati che dicono il vero più di quelli reali.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709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Goldin+Senneby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54406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Duo svedese. Lavora sulla finzione istituzionale: società offshore, ghost writer, performance economiche, sparizioni.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4709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 Tate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54406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Pittore astratto americano inventato da William Boyd, con la complicità di David Bowie e Gore Vidal. New York lo prese sul serio.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  IL VINCOLO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64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parte</a:t>
            </a:r>
            <a:endParaRPr lang="en-US" sz="6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4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una frattura.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914400" y="502920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257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Biografica, linguistica, geografica, storica. Una lingua materna persa, un trauma generazionale, una soglia attraversata male. Lo stile viene dopo. È la conseguenza.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  IL VINCOLO   ·   ESEMPIO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partenza superficiale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C4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scultrice francese che lavora con il marmo. Un pittore astratto cinese che usa colori fluo.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383280"/>
            <a:ext cx="10332720" cy="7315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57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partenza profondo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Figlio di una traduttrice cantonese morta durante la transizione di Hong Kong. Cresciuto a Lisbona. Smette di parlare la lingua materna a quattordici anni.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  IL METODO   ·   DUE MODALITÀ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Maieutica, poi generativa.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076188" y="3108960"/>
            <a:ext cx="9144" cy="2743200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Maieutica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gruppo viene interrogato dall'IA. Una conversazione lunga finché emerge un artista che il gruppo da solo non avrebbe potuto inventare.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46520" y="3474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46520" y="42062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L'artista esiste ormai come posizione. Solo allora l'IA produce immagini, testi, biografia, materiali. L'IA produce. Il gruppo cura.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L'ordine inverso produce cliché.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  TEST DI REALTÀ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52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“Cosa il vostro artista</a:t>
            </a:r>
            <a:endParaRPr lang="en-US" sz="5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52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 farebbe mai.</a:t>
            </a:r>
            <a:endParaRPr lang="en-US" sz="5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52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perché.”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806440" y="5440680"/>
            <a:ext cx="548640" cy="7315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righe, scritte insieme nel gruppo. Filtro tra personaggio e identità.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  TRE DIVIETI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Cliché da evitare.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forme che l'intelligenza artificiale produce per default. Riconoscerle è già metà del lavoro.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383280"/>
            <a:ext cx="10332720" cy="7315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47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35478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Morti misteriosamente giovani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35844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romanticismo della morte precoce è pigrizia narrativa travestita da profondità.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251960"/>
            <a:ext cx="10332720" cy="7315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4165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44165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Scoperti postumi in soffitte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44531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topos del genio sconosciuto trovato per caso è un cliché novecentesco già esaurito.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5120640"/>
            <a:ext cx="10332720" cy="7315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285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5285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solo nome esotico, senza biografia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532180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Yumiko, Kala, Tariq da soli. L'esoticità senza radici è estetica del consumo.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5989320"/>
            <a:ext cx="10332720" cy="7315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  IL PERCORSO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Quattro movimenti.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ordine. Ciascuno fonda il successivo.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365760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4160520"/>
            <a:ext cx="2034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Frattura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88720" y="4892040"/>
            <a:ext cx="274320" cy="7315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5074920"/>
            <a:ext cx="20345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dove viene questo artista. Cosa ha perso, cosa cerca.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3931920"/>
            <a:ext cx="9144" cy="1828800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1900" y="365760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71900" y="4160520"/>
            <a:ext cx="2034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Maieutica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771900" y="4892040"/>
            <a:ext cx="274320" cy="7315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1900" y="5074920"/>
            <a:ext cx="20345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Conversazione lunga con l'IA che interroga il gruppo.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76188" y="3931920"/>
            <a:ext cx="9144" cy="1828800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65760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160520"/>
            <a:ext cx="2034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55080" y="4892040"/>
            <a:ext cx="274320" cy="7315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5074920"/>
            <a:ext cx="20345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non farebbe mai. Tre righe. Filtro decisivo.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59368" y="3931920"/>
            <a:ext cx="9144" cy="1828800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8260" y="365760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38260" y="4160520"/>
            <a:ext cx="2034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8938260" y="4892040"/>
            <a:ext cx="274320" cy="7315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38260" y="5074920"/>
            <a:ext cx="20345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ora opere, biografia, materiali. Il gruppo cura.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9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   DA TENERE A MENTE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0" y="228600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Frattura prima di stile.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32918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Maieutica prima di generazione.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429768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prima di corpus.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C4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formule. Tutto il resto è conseguenza.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IX.   OGGI   ·   TRE 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useremo il tempo.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1033272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12.00 — 12.30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Apertura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Cornice, genealogia, vincolo, metodo. Assegnazione delle sale.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6696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639312"/>
            <a:ext cx="10332720" cy="7315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850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12.30 — 13.30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685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Frattura e maieutica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36850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Conversazione lunga con l'IA. Test di realtà alle 13.10. Restituzione di gruppo alle 13.20.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66960" y="36850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 nei gruppi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4352544"/>
            <a:ext cx="10332720" cy="7315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98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13.30 — 14.00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4398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439826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Trenta minuti pieni. Lo stacco serve davvero.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966960" y="43982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065776"/>
            <a:ext cx="10332720" cy="7315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11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 — 14.45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51114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minimo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511149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opere coerenti, complete di scheda. Nessuna pretesa di esaustività.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66960" y="51114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 nei gruppi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5779008"/>
            <a:ext cx="10332720" cy="7315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824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14.45 — 15.00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5824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Allestimento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5824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Titolo della sezione, testo di parete, ipotesi di allestimento nello spazio assegnato.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966960" y="5824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 nei gruppi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   IL PROMPT DI APERTURA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copiare. Da modificare.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10332720" cy="3200400"/>
          </a:xfrm>
          <a:prstGeom prst="rect">
            <a:avLst/>
          </a:prstGeom>
          <a:solidFill>
            <a:srgbClr val="EDE8DD"/>
          </a:solidFill>
          <a:ln w="6350">
            <a:solidFill>
              <a:srgbClr val="C9C4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43200"/>
            <a:ext cx="36576" cy="32004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108960"/>
            <a:ext cx="9418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Voglio che tu mi faccia da maestro socratico nella costruzione di un artista contemporaneo. Non propormi opzioni. Non darmi liste. Fammi domande, una alla volta, che mi aiutino a capire da quale frattura biografica, linguistica o storica può nascere questo artista. Comincia chiedendomi qualcosa di laterale: una città, un odore, una parola che ho perso. Lavora per scarti. Quando senti che sta emergendo qualcosa di vivo, dillo. Quando senti che sto scivolando in un cliché, fermami.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Quaranta minuti minimo. Senza fretta. Senza salti.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XI.   IL CORPUS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opere. Coerenti.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generatore tende a divergere a ogni prompt. La coerenza visiva si forza a mano.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347472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384048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grammatica visiva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88720" y="4754880"/>
            <a:ext cx="289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Decidete prima tre o quattro tratti che torneranno in ogni opera. Una palette ristretta. Un soggetto ricorrente. Un formato. Un grado di astrazione.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4068" y="3657600"/>
            <a:ext cx="9144" cy="2377440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2960" y="347472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32960" y="384048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opere in dialogo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32960" y="4754880"/>
            <a:ext cx="289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momenti diversi della stessa ricerca. Una più antica, una centrale, una recente. Oppure tre risposte alla stessa domanda.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98308" y="3657600"/>
            <a:ext cx="9144" cy="2377440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7200" y="347472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77200" y="384048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prompt come lavoro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077200" y="4754880"/>
            <a:ext cx="289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Riusate stessi termini, stesse strutture, stessa iconografia. Tenete traccia dei prompt che funzionano. Riferimenti caricati, seed, varianti.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XII.   LA SCHEDA OPERA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Ogni opera ha sei voci.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Sembra burocrazia. È il momento in cui un artista costruito bene si distingue da uno costruito male.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1033272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34290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Lingua materna (II)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813048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38862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270248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43434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Stampa inkjet su carta cotone, edizione di 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727448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00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4800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× 90 cm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5184648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57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DIDASCALIA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52578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Frammento della serie iniziata nel 2022 dopo il ritorno a Hong Kong.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641848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715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 DI PARETE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57150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L'opera registra la distanza, in millimetri, tra due caratteri cantonesi che l'artista non sa più pronunciare. Una distanza che cresce a ogni anno passato lontano.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XIII.   IL DELIVERABLE   ·   PDF DI ESAME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proposta di esposizione.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Quello che oggi impostate. Quello che nelle prossime due lezioni affinerete. Quello che porterete all'esame.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1033272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Frontespizio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3429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Nome dell'artista. Sala assegnata nella mostra. Gruppo curatoriale.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Biografia critica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3931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pagina. La frattura, il percorso, la posizione. Scritta come si scrive un'introduzione a un catalogo.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389120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34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4434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Mezza pagina, prima persona dell'artista. La sua voce, mai filtrata dal curatore.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892040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37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4937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otto a dodici opere all'esame. Oggi tre. Ogni opera con scheda completa e immagine.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5394960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40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5440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Allestimento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5440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Titolo della sala, testo di parete, pianta o vista d'insieme. L'opera nello spazio.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" y="5897880"/>
            <a:ext cx="10332720" cy="4572"/>
          </a:xfrm>
          <a:prstGeom prst="rect">
            <a:avLst/>
          </a:prstGeom>
          <a:solidFill>
            <a:srgbClr val="C9C4BA"/>
          </a:solidFill>
          <a:ln w="12700">
            <a:solidFill>
              <a:srgbClr val="C9C4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943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45920" y="5943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Piano di comunicazione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5943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Comunicato stampa, due post per i social, mail di invito al vernissage.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40080"/>
            <a:ext cx="365760" cy="10973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XIV.   LA SOGLIA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C9C4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</a:t>
            </a:r>
            <a:endParaRPr lang="en-US" sz="5600" dirty="0"/>
          </a:p>
          <a:p>
            <a:pPr indent="0" marL="0">
              <a:buNone/>
            </a:pPr>
            <a:r>
              <a:rPr lang="en-US" sz="5600" i="1" dirty="0">
                <a:solidFill>
                  <a:srgbClr val="C9C4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esercizio.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076188" y="2011680"/>
            <a:ext cx="9144" cy="292608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82880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Comincia</a:t>
            </a:r>
            <a:endParaRPr lang="en-US" sz="5600" dirty="0"/>
          </a:p>
          <a:p>
            <a:pPr indent="0" marL="0">
              <a:buNone/>
            </a:pPr>
            <a:r>
              <a:rPr lang="en-US" sz="56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esistere.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scelta che ogni gruppo dovrà fare alla fine. Cosa cambia nelle due ipotesi. Cosa ci si assume nella seconda.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mostra</dc:title>
  <dc:subject>PptxGenJS Presentation</dc:subject>
  <dc:creator>Andrea Colamedici</dc:creator>
  <cp:lastModifiedBy>Andrea Colamedici</cp:lastModifiedBy>
  <cp:revision>1</cp:revision>
  <dcterms:created xsi:type="dcterms:W3CDTF">2026-04-28T09:00:59Z</dcterms:created>
  <dcterms:modified xsi:type="dcterms:W3CDTF">2026-04-28T09:00:59Z</dcterms:modified>
</cp:coreProperties>
</file>